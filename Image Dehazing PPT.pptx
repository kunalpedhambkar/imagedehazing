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57" r:id="rId3"/>
    <p:sldId id="261"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5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E22A7-B797-48A0-87B7-1ACB90C47D7F}" type="datetimeFigureOut">
              <a:rPr lang="en-US" smtClean="0"/>
              <a:t>8/6/2020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808E4-67B2-4B97-9A65-7197AF1767BC}" type="slidenum">
              <a:rPr lang="en-US" smtClean="0"/>
              <a:t>‹#›</a:t>
            </a:fld>
            <a:endParaRPr lang="en-US"/>
          </a:p>
        </p:txBody>
      </p:sp>
    </p:spTree>
    <p:extLst>
      <p:ext uri="{BB962C8B-B14F-4D97-AF65-F5344CB8AC3E}">
        <p14:creationId xmlns:p14="http://schemas.microsoft.com/office/powerpoint/2010/main" val="406239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2808E4-67B2-4B97-9A65-7197AF1767BC}" type="slidenum">
              <a:rPr lang="en-US" smtClean="0"/>
              <a:t>1</a:t>
            </a:fld>
            <a:endParaRPr lang="en-US"/>
          </a:p>
        </p:txBody>
      </p:sp>
    </p:spTree>
    <p:extLst>
      <p:ext uri="{BB962C8B-B14F-4D97-AF65-F5344CB8AC3E}">
        <p14:creationId xmlns:p14="http://schemas.microsoft.com/office/powerpoint/2010/main" val="1584770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469213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505491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154687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87C885-F8FE-46B2-A043-3ADF6B4538E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28464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87C885-F8FE-46B2-A043-3ADF6B4538EC}" type="datetimeFigureOut">
              <a:rPr lang="en-US" smtClean="0"/>
              <a:t>8/6/2020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18149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87C885-F8FE-46B2-A043-3ADF6B4538EC}" type="datetimeFigureOut">
              <a:rPr lang="en-US" smtClean="0"/>
              <a:t>8/6/2020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603721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87C885-F8FE-46B2-A043-3ADF6B4538EC}" type="datetimeFigureOut">
              <a:rPr lang="en-US" smtClean="0"/>
              <a:t>8/6/2020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325508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87C885-F8FE-46B2-A043-3ADF6B4538E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577286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7587C885-F8FE-46B2-A043-3ADF6B4538EC}" type="datetimeFigureOut">
              <a:rPr lang="en-US" smtClean="0"/>
              <a:t>8/6/2020</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147623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87C885-F8FE-46B2-A043-3ADF6B4538EC}" type="datetimeFigureOut">
              <a:rPr lang="en-US" smtClean="0"/>
              <a:t>8/6/2020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156947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91627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54586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217535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429485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288192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70820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87C885-F8FE-46B2-A043-3ADF6B4538EC}" type="datetimeFigureOut">
              <a:rPr lang="en-US" smtClean="0"/>
              <a:t>8/6/2020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AABD4-033A-4D2A-81EF-B1AFFC47B7E1}" type="slidenum">
              <a:rPr lang="en-US" smtClean="0"/>
              <a:t>‹#›</a:t>
            </a:fld>
            <a:endParaRPr lang="en-US"/>
          </a:p>
        </p:txBody>
      </p:sp>
    </p:spTree>
    <p:extLst>
      <p:ext uri="{BB962C8B-B14F-4D97-AF65-F5344CB8AC3E}">
        <p14:creationId xmlns:p14="http://schemas.microsoft.com/office/powerpoint/2010/main" val="336154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7587C885-F8FE-46B2-A043-3ADF6B4538EC}" type="datetimeFigureOut">
              <a:rPr lang="en-US" smtClean="0"/>
              <a:t>8/6/2020</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15AABD4-033A-4D2A-81EF-B1AFFC47B7E1}" type="slidenum">
              <a:rPr lang="en-US" smtClean="0"/>
              <a:t>‹#›</a:t>
            </a:fld>
            <a:endParaRPr lang="en-US"/>
          </a:p>
        </p:txBody>
      </p:sp>
    </p:spTree>
    <p:extLst>
      <p:ext uri="{BB962C8B-B14F-4D97-AF65-F5344CB8AC3E}">
        <p14:creationId xmlns:p14="http://schemas.microsoft.com/office/powerpoint/2010/main" val="16616888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76AA-F4E5-4977-9567-09C5A23EAE96}"/>
              </a:ext>
            </a:extLst>
          </p:cNvPr>
          <p:cNvSpPr>
            <a:spLocks noGrp="1"/>
          </p:cNvSpPr>
          <p:nvPr>
            <p:ph type="ctrTitle"/>
          </p:nvPr>
        </p:nvSpPr>
        <p:spPr>
          <a:xfrm>
            <a:off x="1751012" y="2850377"/>
            <a:ext cx="8676222" cy="842665"/>
          </a:xfrm>
        </p:spPr>
        <p:txBody>
          <a:bodyPr/>
          <a:lstStyle/>
          <a:p>
            <a:r>
              <a:rPr lang="en-US" u="sng" cap="none" dirty="0">
                <a:ln w="0">
                  <a:solidFill>
                    <a:schemeClr val="tx1"/>
                  </a:solidFill>
                </a:ln>
                <a:solidFill>
                  <a:schemeClr val="tx1"/>
                </a:solidFill>
                <a:effectLst>
                  <a:innerShdw blurRad="63500" dist="50800" dir="10800000">
                    <a:prstClr val="black">
                      <a:alpha val="50000"/>
                    </a:prstClr>
                  </a:innerShdw>
                </a:effectLst>
              </a:rPr>
              <a:t>Image Dehazing</a:t>
            </a:r>
            <a:endParaRPr lang="en-US" u="sng" dirty="0">
              <a:ln w="3175" cmpd="sng">
                <a:solidFill>
                  <a:schemeClr val="tx1"/>
                </a:solidFill>
              </a:ln>
              <a:effectLst>
                <a:glow rad="38100">
                  <a:schemeClr val="bg1">
                    <a:lumMod val="65000"/>
                    <a:lumOff val="35000"/>
                    <a:alpha val="50000"/>
                  </a:schemeClr>
                </a:glow>
                <a:innerShdw blurRad="63500" dist="50800" dir="10800000">
                  <a:prstClr val="black">
                    <a:alpha val="50000"/>
                  </a:prstClr>
                </a:innerShdw>
              </a:effectLst>
            </a:endParaRPr>
          </a:p>
        </p:txBody>
      </p:sp>
      <p:sp>
        <p:nvSpPr>
          <p:cNvPr id="3" name="Subtitle 2">
            <a:extLst>
              <a:ext uri="{FF2B5EF4-FFF2-40B4-BE49-F238E27FC236}">
                <a16:creationId xmlns:a16="http://schemas.microsoft.com/office/drawing/2014/main" id="{9596BD68-ECE2-4068-AC83-7DFE276053CC}"/>
              </a:ext>
            </a:extLst>
          </p:cNvPr>
          <p:cNvSpPr>
            <a:spLocks noGrp="1"/>
          </p:cNvSpPr>
          <p:nvPr>
            <p:ph type="subTitle" idx="1"/>
          </p:nvPr>
        </p:nvSpPr>
        <p:spPr/>
        <p:txBody>
          <a:bodyPr/>
          <a:lstStyle/>
          <a:p>
            <a:r>
              <a:rPr lang="en-US" dirty="0"/>
              <a:t>name: Kunal R. Pedhambkar</a:t>
            </a:r>
          </a:p>
          <a:p>
            <a:r>
              <a:rPr lang="en-US" dirty="0"/>
              <a:t>Supervisor Name: Mrs. Shubhangi Ghate</a:t>
            </a:r>
          </a:p>
        </p:txBody>
      </p:sp>
      <p:pic>
        <p:nvPicPr>
          <p:cNvPr id="5" name="Picture 4">
            <a:extLst>
              <a:ext uri="{FF2B5EF4-FFF2-40B4-BE49-F238E27FC236}">
                <a16:creationId xmlns:a16="http://schemas.microsoft.com/office/drawing/2014/main" id="{4017F1C0-A922-4A66-9A13-BA7E48F9D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7339" y="328013"/>
            <a:ext cx="3585977" cy="17114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62188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4A29-82E3-41FC-93ED-2F95E1F9312F}"/>
              </a:ext>
            </a:extLst>
          </p:cNvPr>
          <p:cNvSpPr>
            <a:spLocks noGrp="1"/>
          </p:cNvSpPr>
          <p:nvPr>
            <p:ph type="title"/>
          </p:nvPr>
        </p:nvSpPr>
        <p:spPr>
          <a:xfrm>
            <a:off x="1141413" y="609600"/>
            <a:ext cx="9905998" cy="889591"/>
          </a:xfrm>
        </p:spPr>
        <p:txBody>
          <a:bodyPr/>
          <a:lstStyle/>
          <a:p>
            <a:pPr algn="ctr"/>
            <a:r>
              <a:rPr lang="en-US" b="1" i="1" u="sng" dirty="0"/>
              <a:t>Introduction</a:t>
            </a:r>
          </a:p>
        </p:txBody>
      </p:sp>
      <p:pic>
        <p:nvPicPr>
          <p:cNvPr id="5" name="Content Placeholder 4">
            <a:extLst>
              <a:ext uri="{FF2B5EF4-FFF2-40B4-BE49-F238E27FC236}">
                <a16:creationId xmlns:a16="http://schemas.microsoft.com/office/drawing/2014/main" id="{E25646DA-98CD-496D-9909-6A85F10977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271" y="1499191"/>
            <a:ext cx="5554133" cy="3124200"/>
          </a:xfrm>
        </p:spPr>
      </p:pic>
      <p:sp>
        <p:nvSpPr>
          <p:cNvPr id="7" name="TextBox 6">
            <a:extLst>
              <a:ext uri="{FF2B5EF4-FFF2-40B4-BE49-F238E27FC236}">
                <a16:creationId xmlns:a16="http://schemas.microsoft.com/office/drawing/2014/main" id="{43CC70B1-8E97-4F3B-9294-04ADF153B6DD}"/>
              </a:ext>
            </a:extLst>
          </p:cNvPr>
          <p:cNvSpPr txBox="1"/>
          <p:nvPr/>
        </p:nvSpPr>
        <p:spPr>
          <a:xfrm>
            <a:off x="5986130" y="1669312"/>
            <a:ext cx="5982599" cy="3970318"/>
          </a:xfrm>
          <a:prstGeom prst="rect">
            <a:avLst/>
          </a:prstGeom>
          <a:noFill/>
        </p:spPr>
        <p:txBody>
          <a:bodyPr wrap="square" rtlCol="0">
            <a:spAutoFit/>
          </a:bodyPr>
          <a:lstStyle/>
          <a:p>
            <a:r>
              <a:rPr lang="en-US" dirty="0"/>
              <a:t>Haziness is a huge obstacle in visibility applications. It is very important to remove Haze efficiently. </a:t>
            </a:r>
            <a:r>
              <a:rPr lang="en-US" dirty="0" err="1"/>
              <a:t>Outdooar</a:t>
            </a:r>
            <a:r>
              <a:rPr lang="en-US" dirty="0"/>
              <a:t> scenes and images lose the quality, degrade under the bad weather conditions, and provide Hazy images.</a:t>
            </a:r>
          </a:p>
          <a:p>
            <a:r>
              <a:rPr lang="en-US" dirty="0"/>
              <a:t>Haziness is caused due to impurities in air. Due to haze clarity of images will be degraded. Haziness constitutes of “</a:t>
            </a:r>
            <a:r>
              <a:rPr lang="en-US" dirty="0" err="1"/>
              <a:t>Airlight</a:t>
            </a:r>
            <a:r>
              <a:rPr lang="en-US" dirty="0"/>
              <a:t>” and “Direct attenuation” i.e., Haze = Attenuation + </a:t>
            </a:r>
            <a:r>
              <a:rPr lang="en-US" dirty="0" err="1"/>
              <a:t>Airlight</a:t>
            </a:r>
            <a:endParaRPr lang="en-US" dirty="0"/>
          </a:p>
          <a:p>
            <a:endParaRPr lang="en-US" dirty="0"/>
          </a:p>
          <a:p>
            <a:r>
              <a:rPr lang="en-US" dirty="0"/>
              <a:t>In such conditions Images quality deteriorates. These Low Quality Images are not efficient in Digital Image Processing. To Improve the Quality of  the Image it is Necessary to remove the haze.</a:t>
            </a:r>
          </a:p>
        </p:txBody>
      </p:sp>
    </p:spTree>
    <p:extLst>
      <p:ext uri="{BB962C8B-B14F-4D97-AF65-F5344CB8AC3E}">
        <p14:creationId xmlns:p14="http://schemas.microsoft.com/office/powerpoint/2010/main" val="2819866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5DB9-0569-4E65-BE93-6290FDEE71A6}"/>
              </a:ext>
            </a:extLst>
          </p:cNvPr>
          <p:cNvSpPr>
            <a:spLocks noGrp="1"/>
          </p:cNvSpPr>
          <p:nvPr>
            <p:ph type="title"/>
          </p:nvPr>
        </p:nvSpPr>
        <p:spPr>
          <a:xfrm>
            <a:off x="1141413" y="609600"/>
            <a:ext cx="9905998" cy="1091609"/>
          </a:xfrm>
        </p:spPr>
        <p:txBody>
          <a:bodyPr/>
          <a:lstStyle/>
          <a:p>
            <a:pPr algn="ctr"/>
            <a:r>
              <a:rPr lang="en-US" b="1" i="1" u="sng" dirty="0"/>
              <a:t>Applications of Image dehazing</a:t>
            </a:r>
          </a:p>
        </p:txBody>
      </p:sp>
      <p:sp>
        <p:nvSpPr>
          <p:cNvPr id="3" name="Content Placeholder 2">
            <a:extLst>
              <a:ext uri="{FF2B5EF4-FFF2-40B4-BE49-F238E27FC236}">
                <a16:creationId xmlns:a16="http://schemas.microsoft.com/office/drawing/2014/main" id="{656CE02C-40C5-464F-BE2A-C2B7D60B3ABA}"/>
              </a:ext>
            </a:extLst>
          </p:cNvPr>
          <p:cNvSpPr>
            <a:spLocks noGrp="1"/>
          </p:cNvSpPr>
          <p:nvPr>
            <p:ph idx="1"/>
          </p:nvPr>
        </p:nvSpPr>
        <p:spPr>
          <a:xfrm>
            <a:off x="1240558" y="1887279"/>
            <a:ext cx="9710884" cy="4361121"/>
          </a:xfrm>
        </p:spPr>
        <p:txBody>
          <a:bodyPr>
            <a:normAutofit fontScale="85000" lnSpcReduction="20000"/>
          </a:bodyPr>
          <a:lstStyle/>
          <a:p>
            <a:pPr marL="0" indent="0">
              <a:buNone/>
            </a:pPr>
            <a:r>
              <a:rPr lang="en-US" dirty="0"/>
              <a:t>Digital image processing, as a computer-based technology, carries out automatic processing, manipulation and interpretation of such visual information, and it plays an increasingly important role in many aspects of our daily life, as well as in a wide variety of disciplines and fields in science and technology, with applications such as television, photography, robotics, remote sensing, medical diagnosis and industrial inspection. </a:t>
            </a:r>
          </a:p>
          <a:p>
            <a:r>
              <a:rPr lang="en-US" dirty="0"/>
              <a:t>Computerized photography (e.g., Photoshop) </a:t>
            </a:r>
          </a:p>
          <a:p>
            <a:r>
              <a:rPr lang="en-US" dirty="0"/>
              <a:t>Space image processing (e.g., Hubble space telescope images, interplanetary probe images) </a:t>
            </a:r>
          </a:p>
          <a:p>
            <a:r>
              <a:rPr lang="en-US" dirty="0"/>
              <a:t>Medical/Biological image processing (e.g., interpretation of X-ray images, blood/cellular microscope images) </a:t>
            </a:r>
          </a:p>
          <a:p>
            <a:r>
              <a:rPr lang="en-US" dirty="0"/>
              <a:t>Automatic character recognition (zip code, license plate recognition) </a:t>
            </a:r>
          </a:p>
          <a:p>
            <a:r>
              <a:rPr lang="en-US" dirty="0"/>
              <a:t>Finger print/face/iris recognition </a:t>
            </a:r>
          </a:p>
          <a:p>
            <a:r>
              <a:rPr lang="en-US" dirty="0"/>
              <a:t>Remote sensing: aerial and satellite image interpretations </a:t>
            </a:r>
          </a:p>
          <a:p>
            <a:r>
              <a:rPr lang="en-US" dirty="0"/>
              <a:t>Reconnaissance </a:t>
            </a:r>
          </a:p>
          <a:p>
            <a:r>
              <a:rPr lang="en-US" dirty="0"/>
              <a:t>Industrial applications (e.g., product inspection/sorting)</a:t>
            </a:r>
          </a:p>
        </p:txBody>
      </p:sp>
    </p:spTree>
    <p:extLst>
      <p:ext uri="{BB962C8B-B14F-4D97-AF65-F5344CB8AC3E}">
        <p14:creationId xmlns:p14="http://schemas.microsoft.com/office/powerpoint/2010/main" val="275255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F862-BCF7-43B9-8F9E-9B1E82B9885E}"/>
              </a:ext>
            </a:extLst>
          </p:cNvPr>
          <p:cNvSpPr>
            <a:spLocks noGrp="1"/>
          </p:cNvSpPr>
          <p:nvPr>
            <p:ph type="title"/>
          </p:nvPr>
        </p:nvSpPr>
        <p:spPr>
          <a:xfrm>
            <a:off x="1141413" y="609600"/>
            <a:ext cx="9905998" cy="1017181"/>
          </a:xfrm>
        </p:spPr>
        <p:txBody>
          <a:bodyPr/>
          <a:lstStyle/>
          <a:p>
            <a:pPr algn="ctr"/>
            <a:r>
              <a:rPr lang="en-US" b="1" i="1" u="sng" dirty="0"/>
              <a:t>Software Used</a:t>
            </a:r>
          </a:p>
        </p:txBody>
      </p:sp>
      <p:pic>
        <p:nvPicPr>
          <p:cNvPr id="14" name="Content Placeholder 13">
            <a:extLst>
              <a:ext uri="{FF2B5EF4-FFF2-40B4-BE49-F238E27FC236}">
                <a16:creationId xmlns:a16="http://schemas.microsoft.com/office/drawing/2014/main" id="{2E08D60C-34ED-4417-B507-93041852645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7790" y="1626780"/>
            <a:ext cx="3781884" cy="2206099"/>
          </a:xfrm>
        </p:spPr>
      </p:pic>
      <p:pic>
        <p:nvPicPr>
          <p:cNvPr id="12" name="Content Placeholder 11">
            <a:extLst>
              <a:ext uri="{FF2B5EF4-FFF2-40B4-BE49-F238E27FC236}">
                <a16:creationId xmlns:a16="http://schemas.microsoft.com/office/drawing/2014/main" id="{31AC1935-9C81-453A-B363-F8CF941AB66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57790" y="4262907"/>
            <a:ext cx="3781884" cy="2289255"/>
          </a:xfrm>
        </p:spPr>
      </p:pic>
      <p:sp>
        <p:nvSpPr>
          <p:cNvPr id="16" name="TextBox 15">
            <a:extLst>
              <a:ext uri="{FF2B5EF4-FFF2-40B4-BE49-F238E27FC236}">
                <a16:creationId xmlns:a16="http://schemas.microsoft.com/office/drawing/2014/main" id="{4DA48C88-CDE7-48AB-A8C1-C9CA6B98501F}"/>
              </a:ext>
            </a:extLst>
          </p:cNvPr>
          <p:cNvSpPr txBox="1"/>
          <p:nvPr/>
        </p:nvSpPr>
        <p:spPr>
          <a:xfrm>
            <a:off x="5324029" y="3339577"/>
            <a:ext cx="6359433" cy="923330"/>
          </a:xfrm>
          <a:prstGeom prst="rect">
            <a:avLst/>
          </a:prstGeom>
          <a:noFill/>
        </p:spPr>
        <p:txBody>
          <a:bodyPr wrap="none" rtlCol="0">
            <a:spAutoFit/>
          </a:bodyPr>
          <a:lstStyle/>
          <a:p>
            <a:r>
              <a:rPr lang="en-US" dirty="0"/>
              <a:t>MATLAB is The Best Software for Image Processing </a:t>
            </a:r>
          </a:p>
          <a:p>
            <a:r>
              <a:rPr lang="en-US" dirty="0"/>
              <a:t>and Image Dehazing as it has various Functionalities to </a:t>
            </a:r>
          </a:p>
          <a:p>
            <a:r>
              <a:rPr lang="en-US" dirty="0"/>
              <a:t>Easily plot graphs and view edited Images.</a:t>
            </a:r>
          </a:p>
        </p:txBody>
      </p:sp>
    </p:spTree>
    <p:extLst>
      <p:ext uri="{BB962C8B-B14F-4D97-AF65-F5344CB8AC3E}">
        <p14:creationId xmlns:p14="http://schemas.microsoft.com/office/powerpoint/2010/main" val="293383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409</TotalTime>
  <Words>317</Words>
  <Application>Microsoft Office PowerPoint</Application>
  <PresentationFormat>Widescreen</PresentationFormat>
  <Paragraphs>23</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Century Gothic</vt:lpstr>
      <vt:lpstr>Mesh</vt:lpstr>
      <vt:lpstr>Image Dehazing</vt:lpstr>
      <vt:lpstr>Introduction</vt:lpstr>
      <vt:lpstr>Applications of Image dehazing</vt:lpstr>
      <vt:lpstr>Software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Dehazing</dc:title>
  <dc:creator>Kunal Pedhambkar</dc:creator>
  <cp:lastModifiedBy>Kunal Pedhambkar</cp:lastModifiedBy>
  <cp:revision>16</cp:revision>
  <dcterms:created xsi:type="dcterms:W3CDTF">2020-06-25T07:58:25Z</dcterms:created>
  <dcterms:modified xsi:type="dcterms:W3CDTF">2020-08-06T09:33:14Z</dcterms:modified>
</cp:coreProperties>
</file>